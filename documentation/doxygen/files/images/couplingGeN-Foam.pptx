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D318-4010-B7A2-329C-22DDD1364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F972B-4CAE-458B-91D7-DB141E8CD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95DE-ED5A-E855-1D91-082C86EC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EF4AE-9793-FD6C-D358-F1A338CE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86451-C08C-6966-86B7-9120A014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761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9D74-7220-F7C0-6593-302BAFA4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C9A5-2F58-EFD6-AFB0-FD4984D12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8823E-CC9B-AEE0-C561-4FC325F26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FAF79-9031-DC3E-3E81-2A7A10CC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49087-4D9F-E14A-FE4B-23F64EA8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487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466D-C6C6-D61F-6548-F69B68BC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8D2D-DDA5-F2E0-1F20-0EAC631AF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64C72-A8B7-4AAD-8EC4-40007B3E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D3286-5AB8-8A46-3962-22EADACF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62C3-A8CE-7D94-565A-0300B0B7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115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9763-B503-8CD9-05DD-63F21116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1682-F427-9FBD-26B0-269DA6B47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FF3FA-F90B-036C-16DD-B5F0BCBEC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B0575-4A93-6C53-D45E-E95BACB7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0DD5E-31A8-D734-84C7-ADD8825A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13B78-FF59-5B5E-BE11-DDA20F9D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9837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DBA4-89D9-961D-A066-61BB8E32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EAD84-FCBD-C4BA-3415-E7FEC614D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53D59-367C-BA3D-52B4-985AB4FF9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CF31F-4BCD-B080-DD88-A9D4528C3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9D15F-C525-F931-03A5-F347C6201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7CF1C-A8BF-5B28-89C1-EFFA28402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84A93-C1C0-9A47-1476-BC87AB8A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578F1-CF53-8410-A7D9-F5471A91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220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483C-172F-90C4-E112-CABD9484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93B92-7D1F-09E9-20E8-FEC3AF7B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17FCD-E894-43C8-77C4-B9C0E45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5C8F0-45F3-FDD4-79A2-09A42A8B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182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BD1F8-40D6-69C5-AD9F-C0E4A43B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45E05-4167-1FE8-9022-09EC803C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F0D1-BBF7-DB6E-C0F4-5D96409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833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1C43-B501-B6D2-4E48-742ED685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88FFA-AF83-C3D4-6F2F-2B2EE0C62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E5508-0CD5-DE46-C9A3-196F2F2B3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FA189-74C9-5AE8-66A2-EAE9FE3B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7992B-6F32-BBEF-33A7-04636200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A28BB-0775-22EC-74FF-EEDAB1B9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19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44C5-BD8D-B8A4-3BFF-4A5CB547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16D8D-A2FC-12A5-D781-0A517D709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E3DE-4C97-5229-BDBC-B4460D6F6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3418C-E6C7-DAF3-EC00-C5DDD2F9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AE1F4-83C9-190C-130A-845AC802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3A536-96CF-CFD1-1D87-BE58C4D9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7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C26B-8270-BD98-0E52-DC4FB250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3CD4D-4BC9-349A-E0C1-7AF7EE499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0FE69-D7B9-B474-2E3D-9F5A069F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162A4-1B0D-E845-9CD5-BDCEDC2B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4B168-F3EC-8546-91F1-5A63CE3E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340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DBE1ED-CA9D-0C51-B322-7AE40F29D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C53C0-D084-52A7-89AC-3ABC02406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EBB78-62FD-9F89-01B6-4F1E42D6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2C527-3580-71FD-4CCE-B7AC65C0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0F33B-16B4-5347-E27C-0BB78622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195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353E5-86FE-843E-688E-69892D23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7203F-43B4-8ACC-A7FF-534DBC703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B4B6E-A1CF-FA20-355A-73BABDD8A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B52C8-04E8-4AAB-844D-0F9EA905B8F1}" type="datetimeFigureOut">
              <a:rPr lang="LID4096" smtClean="0"/>
              <a:t>07/14/2023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45FA-67BE-1C34-35A7-28164902B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5D3DA-887D-148D-2B72-1BBCA6B29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FD406-86B0-43D3-B8C7-F627A06916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483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339F49F-D61F-7187-EACB-84D2E832A097}"/>
              </a:ext>
            </a:extLst>
          </p:cNvPr>
          <p:cNvSpPr/>
          <p:nvPr/>
        </p:nvSpPr>
        <p:spPr>
          <a:xfrm>
            <a:off x="2032142" y="2558546"/>
            <a:ext cx="2266626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166847" rIns="166847" bIns="567453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TH</a:t>
            </a:r>
            <a:endParaRPr lang="LID4096" sz="6500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A11A469-3A60-A95F-EBE7-DB29274B8729}"/>
              </a:ext>
            </a:extLst>
          </p:cNvPr>
          <p:cNvSpPr/>
          <p:nvPr/>
        </p:nvSpPr>
        <p:spPr>
          <a:xfrm>
            <a:off x="2535837" y="4027434"/>
            <a:ext cx="2014779" cy="801211"/>
          </a:xfrm>
          <a:custGeom>
            <a:avLst/>
            <a:gdLst>
              <a:gd name="connsiteX0" fmla="*/ 0 w 2014779"/>
              <a:gd name="connsiteY0" fmla="*/ 80121 h 801211"/>
              <a:gd name="connsiteX1" fmla="*/ 80121 w 2014779"/>
              <a:gd name="connsiteY1" fmla="*/ 0 h 801211"/>
              <a:gd name="connsiteX2" fmla="*/ 1934658 w 2014779"/>
              <a:gd name="connsiteY2" fmla="*/ 0 h 801211"/>
              <a:gd name="connsiteX3" fmla="*/ 2014779 w 2014779"/>
              <a:gd name="connsiteY3" fmla="*/ 80121 h 801211"/>
              <a:gd name="connsiteX4" fmla="*/ 2014779 w 2014779"/>
              <a:gd name="connsiteY4" fmla="*/ 721090 h 801211"/>
              <a:gd name="connsiteX5" fmla="*/ 1934658 w 2014779"/>
              <a:gd name="connsiteY5" fmla="*/ 801211 h 801211"/>
              <a:gd name="connsiteX6" fmla="*/ 80121 w 2014779"/>
              <a:gd name="connsiteY6" fmla="*/ 801211 h 801211"/>
              <a:gd name="connsiteX7" fmla="*/ 0 w 2014779"/>
              <a:gd name="connsiteY7" fmla="*/ 721090 h 801211"/>
              <a:gd name="connsiteX8" fmla="*/ 0 w 2014779"/>
              <a:gd name="connsiteY8" fmla="*/ 80121 h 80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4779" h="801211">
                <a:moveTo>
                  <a:pt x="0" y="80121"/>
                </a:moveTo>
                <a:cubicBezTo>
                  <a:pt x="0" y="35871"/>
                  <a:pt x="35871" y="0"/>
                  <a:pt x="80121" y="0"/>
                </a:cubicBezTo>
                <a:lnTo>
                  <a:pt x="1934658" y="0"/>
                </a:lnTo>
                <a:cubicBezTo>
                  <a:pt x="1978908" y="0"/>
                  <a:pt x="2014779" y="35871"/>
                  <a:pt x="2014779" y="80121"/>
                </a:cubicBezTo>
                <a:lnTo>
                  <a:pt x="2014779" y="721090"/>
                </a:lnTo>
                <a:cubicBezTo>
                  <a:pt x="2014779" y="765340"/>
                  <a:pt x="1978908" y="801211"/>
                  <a:pt x="1934658" y="801211"/>
                </a:cubicBezTo>
                <a:lnTo>
                  <a:pt x="80121" y="801211"/>
                </a:lnTo>
                <a:cubicBezTo>
                  <a:pt x="35871" y="801211"/>
                  <a:pt x="0" y="765340"/>
                  <a:pt x="0" y="721090"/>
                </a:cubicBezTo>
                <a:lnTo>
                  <a:pt x="0" y="8012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472" tIns="50137" rIns="63472" bIns="50137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/>
              <a:t>T, </a:t>
            </a:r>
            <a:r>
              <a:rPr lang="el-GR" sz="2100" kern="1200" dirty="0"/>
              <a:t>ρ</a:t>
            </a:r>
            <a:r>
              <a:rPr lang="en-US" sz="2100" kern="1200" dirty="0"/>
              <a:t>, U</a:t>
            </a:r>
          </a:p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/>
              <a:t>T</a:t>
            </a:r>
            <a:r>
              <a:rPr lang="en-US" sz="2100" kern="1200" baseline="-25000" dirty="0"/>
              <a:t>s</a:t>
            </a:r>
            <a:endParaRPr lang="LID4096" sz="2100" kern="1200" baseline="-250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FC09202-22A9-A6C1-397B-3D8D70A7C3AC}"/>
              </a:ext>
            </a:extLst>
          </p:cNvPr>
          <p:cNvSpPr/>
          <p:nvPr/>
        </p:nvSpPr>
        <p:spPr>
          <a:xfrm>
            <a:off x="4836763" y="2558546"/>
            <a:ext cx="2266626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567453" rIns="166847" bIns="166847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N</a:t>
            </a:r>
            <a:endParaRPr lang="LID4096" sz="6500" kern="1200" dirty="0"/>
          </a:p>
        </p:txBody>
      </p:sp>
      <p:sp>
        <p:nvSpPr>
          <p:cNvPr id="13" name="Arrow: Circular 12">
            <a:extLst>
              <a:ext uri="{FF2B5EF4-FFF2-40B4-BE49-F238E27FC236}">
                <a16:creationId xmlns:a16="http://schemas.microsoft.com/office/drawing/2014/main" id="{313AAE20-E3E6-3611-1154-51661CA662F9}"/>
              </a:ext>
            </a:extLst>
          </p:cNvPr>
          <p:cNvSpPr/>
          <p:nvPr/>
        </p:nvSpPr>
        <p:spPr>
          <a:xfrm>
            <a:off x="6118680" y="1456133"/>
            <a:ext cx="2645930" cy="2645930"/>
          </a:xfrm>
          <a:prstGeom prst="circularArrow">
            <a:avLst>
              <a:gd name="adj1" fmla="val 2271"/>
              <a:gd name="adj2" fmla="val 1082089"/>
              <a:gd name="adj3" fmla="val 19550703"/>
              <a:gd name="adj4" fmla="val 12575511"/>
              <a:gd name="adj5" fmla="val 2650"/>
            </a:avLst>
          </a:prstGeom>
          <a:solidFill>
            <a:schemeClr val="accent2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6600CE-5D56-3C75-C2D8-690B6C1DDB2E}"/>
              </a:ext>
            </a:extLst>
          </p:cNvPr>
          <p:cNvSpPr/>
          <p:nvPr/>
        </p:nvSpPr>
        <p:spPr>
          <a:xfrm>
            <a:off x="5340458" y="2157941"/>
            <a:ext cx="2014779" cy="801211"/>
          </a:xfrm>
          <a:custGeom>
            <a:avLst/>
            <a:gdLst>
              <a:gd name="connsiteX0" fmla="*/ 0 w 2014779"/>
              <a:gd name="connsiteY0" fmla="*/ 80121 h 801211"/>
              <a:gd name="connsiteX1" fmla="*/ 80121 w 2014779"/>
              <a:gd name="connsiteY1" fmla="*/ 0 h 801211"/>
              <a:gd name="connsiteX2" fmla="*/ 1934658 w 2014779"/>
              <a:gd name="connsiteY2" fmla="*/ 0 h 801211"/>
              <a:gd name="connsiteX3" fmla="*/ 2014779 w 2014779"/>
              <a:gd name="connsiteY3" fmla="*/ 80121 h 801211"/>
              <a:gd name="connsiteX4" fmla="*/ 2014779 w 2014779"/>
              <a:gd name="connsiteY4" fmla="*/ 721090 h 801211"/>
              <a:gd name="connsiteX5" fmla="*/ 1934658 w 2014779"/>
              <a:gd name="connsiteY5" fmla="*/ 801211 h 801211"/>
              <a:gd name="connsiteX6" fmla="*/ 80121 w 2014779"/>
              <a:gd name="connsiteY6" fmla="*/ 801211 h 801211"/>
              <a:gd name="connsiteX7" fmla="*/ 0 w 2014779"/>
              <a:gd name="connsiteY7" fmla="*/ 721090 h 801211"/>
              <a:gd name="connsiteX8" fmla="*/ 0 w 2014779"/>
              <a:gd name="connsiteY8" fmla="*/ 80121 h 80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4779" h="801211">
                <a:moveTo>
                  <a:pt x="0" y="80121"/>
                </a:moveTo>
                <a:cubicBezTo>
                  <a:pt x="0" y="35871"/>
                  <a:pt x="35871" y="0"/>
                  <a:pt x="80121" y="0"/>
                </a:cubicBezTo>
                <a:lnTo>
                  <a:pt x="1934658" y="0"/>
                </a:lnTo>
                <a:cubicBezTo>
                  <a:pt x="1978908" y="0"/>
                  <a:pt x="2014779" y="35871"/>
                  <a:pt x="2014779" y="80121"/>
                </a:cubicBezTo>
                <a:lnTo>
                  <a:pt x="2014779" y="721090"/>
                </a:lnTo>
                <a:cubicBezTo>
                  <a:pt x="2014779" y="765340"/>
                  <a:pt x="1978908" y="801211"/>
                  <a:pt x="1934658" y="801211"/>
                </a:cubicBezTo>
                <a:lnTo>
                  <a:pt x="80121" y="801211"/>
                </a:lnTo>
                <a:cubicBezTo>
                  <a:pt x="35871" y="801211"/>
                  <a:pt x="0" y="765340"/>
                  <a:pt x="0" y="721090"/>
                </a:cubicBezTo>
                <a:lnTo>
                  <a:pt x="0" y="8012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472" tIns="50137" rIns="63472" bIns="50137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/>
              <a:t>Q</a:t>
            </a:r>
            <a:endParaRPr lang="LID4096" sz="2100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E5459B-8B2D-3D39-4771-6897C895F4F3}"/>
              </a:ext>
            </a:extLst>
          </p:cNvPr>
          <p:cNvSpPr/>
          <p:nvPr/>
        </p:nvSpPr>
        <p:spPr>
          <a:xfrm>
            <a:off x="7641384" y="2558546"/>
            <a:ext cx="2266626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166847" rIns="166847" bIns="567453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TM</a:t>
            </a:r>
            <a:endParaRPr lang="LID4096" sz="65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FCFC77-D1CE-78B1-90E7-8F2A8654BDA9}"/>
              </a:ext>
            </a:extLst>
          </p:cNvPr>
          <p:cNvSpPr/>
          <p:nvPr/>
        </p:nvSpPr>
        <p:spPr>
          <a:xfrm>
            <a:off x="8145079" y="4027434"/>
            <a:ext cx="2014779" cy="801211"/>
          </a:xfrm>
          <a:custGeom>
            <a:avLst/>
            <a:gdLst>
              <a:gd name="connsiteX0" fmla="*/ 0 w 2014779"/>
              <a:gd name="connsiteY0" fmla="*/ 80121 h 801211"/>
              <a:gd name="connsiteX1" fmla="*/ 80121 w 2014779"/>
              <a:gd name="connsiteY1" fmla="*/ 0 h 801211"/>
              <a:gd name="connsiteX2" fmla="*/ 1934658 w 2014779"/>
              <a:gd name="connsiteY2" fmla="*/ 0 h 801211"/>
              <a:gd name="connsiteX3" fmla="*/ 2014779 w 2014779"/>
              <a:gd name="connsiteY3" fmla="*/ 80121 h 801211"/>
              <a:gd name="connsiteX4" fmla="*/ 2014779 w 2014779"/>
              <a:gd name="connsiteY4" fmla="*/ 721090 h 801211"/>
              <a:gd name="connsiteX5" fmla="*/ 1934658 w 2014779"/>
              <a:gd name="connsiteY5" fmla="*/ 801211 h 801211"/>
              <a:gd name="connsiteX6" fmla="*/ 80121 w 2014779"/>
              <a:gd name="connsiteY6" fmla="*/ 801211 h 801211"/>
              <a:gd name="connsiteX7" fmla="*/ 0 w 2014779"/>
              <a:gd name="connsiteY7" fmla="*/ 721090 h 801211"/>
              <a:gd name="connsiteX8" fmla="*/ 0 w 2014779"/>
              <a:gd name="connsiteY8" fmla="*/ 80121 h 80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4779" h="801211">
                <a:moveTo>
                  <a:pt x="0" y="80121"/>
                </a:moveTo>
                <a:cubicBezTo>
                  <a:pt x="0" y="35871"/>
                  <a:pt x="35871" y="0"/>
                  <a:pt x="80121" y="0"/>
                </a:cubicBezTo>
                <a:lnTo>
                  <a:pt x="1934658" y="0"/>
                </a:lnTo>
                <a:cubicBezTo>
                  <a:pt x="1978908" y="0"/>
                  <a:pt x="2014779" y="35871"/>
                  <a:pt x="2014779" y="80121"/>
                </a:cubicBezTo>
                <a:lnTo>
                  <a:pt x="2014779" y="721090"/>
                </a:lnTo>
                <a:cubicBezTo>
                  <a:pt x="2014779" y="765340"/>
                  <a:pt x="1978908" y="801211"/>
                  <a:pt x="1934658" y="801211"/>
                </a:cubicBezTo>
                <a:lnTo>
                  <a:pt x="80121" y="801211"/>
                </a:lnTo>
                <a:cubicBezTo>
                  <a:pt x="35871" y="801211"/>
                  <a:pt x="0" y="765340"/>
                  <a:pt x="0" y="721090"/>
                </a:cubicBezTo>
                <a:lnTo>
                  <a:pt x="0" y="8012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472" tIns="50137" rIns="63472" bIns="50137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/>
              <a:t>D</a:t>
            </a:r>
          </a:p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 err="1"/>
              <a:t>T</a:t>
            </a:r>
            <a:r>
              <a:rPr lang="en-US" sz="2100" kern="1200" baseline="-25000" dirty="0" err="1"/>
              <a:t>sMec</a:t>
            </a:r>
            <a:endParaRPr lang="LID4096" sz="2100" kern="1200" baseline="-25000" dirty="0"/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2A9F3798-20E0-47EB-2B04-F99B359D0533}"/>
              </a:ext>
            </a:extLst>
          </p:cNvPr>
          <p:cNvSpPr/>
          <p:nvPr/>
        </p:nvSpPr>
        <p:spPr>
          <a:xfrm flipV="1">
            <a:off x="4177553" y="2764001"/>
            <a:ext cx="1977382" cy="2645930"/>
          </a:xfrm>
          <a:prstGeom prst="circularArrow">
            <a:avLst>
              <a:gd name="adj1" fmla="val 2271"/>
              <a:gd name="adj2" fmla="val 1082089"/>
              <a:gd name="adj3" fmla="val 19550703"/>
              <a:gd name="adj4" fmla="val 13386805"/>
              <a:gd name="adj5" fmla="val 2650"/>
            </a:avLst>
          </a:prstGeom>
          <a:solidFill>
            <a:schemeClr val="accent2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09B4CDBA-E566-87E2-0769-C731D28D9A09}"/>
              </a:ext>
            </a:extLst>
          </p:cNvPr>
          <p:cNvSpPr/>
          <p:nvPr/>
        </p:nvSpPr>
        <p:spPr>
          <a:xfrm flipV="1">
            <a:off x="3209365" y="1792941"/>
            <a:ext cx="5181600" cy="4007222"/>
          </a:xfrm>
          <a:prstGeom prst="circularArrow">
            <a:avLst>
              <a:gd name="adj1" fmla="val 2271"/>
              <a:gd name="adj2" fmla="val 1082089"/>
              <a:gd name="adj3" fmla="val 19550703"/>
              <a:gd name="adj4" fmla="val 12313194"/>
              <a:gd name="adj5" fmla="val 2650"/>
            </a:avLst>
          </a:prstGeom>
          <a:solidFill>
            <a:schemeClr val="accent2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C1B54657-19B8-7EC9-70D2-7E92917A9696}"/>
              </a:ext>
            </a:extLst>
          </p:cNvPr>
          <p:cNvSpPr/>
          <p:nvPr/>
        </p:nvSpPr>
        <p:spPr>
          <a:xfrm rot="10800000">
            <a:off x="6658630" y="2098452"/>
            <a:ext cx="2530193" cy="4007222"/>
          </a:xfrm>
          <a:prstGeom prst="circularArrow">
            <a:avLst>
              <a:gd name="adj1" fmla="val 2271"/>
              <a:gd name="adj2" fmla="val 1082089"/>
              <a:gd name="adj3" fmla="val 19550703"/>
              <a:gd name="adj4" fmla="val 12812522"/>
              <a:gd name="adj5" fmla="val 2650"/>
            </a:avLst>
          </a:prstGeom>
          <a:solidFill>
            <a:schemeClr val="accent2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Arrow: Circular 22">
            <a:extLst>
              <a:ext uri="{FF2B5EF4-FFF2-40B4-BE49-F238E27FC236}">
                <a16:creationId xmlns:a16="http://schemas.microsoft.com/office/drawing/2014/main" id="{5A2FCD05-D8B1-A6A5-6F59-54B60DDB12D0}"/>
              </a:ext>
            </a:extLst>
          </p:cNvPr>
          <p:cNvSpPr/>
          <p:nvPr/>
        </p:nvSpPr>
        <p:spPr>
          <a:xfrm flipH="1">
            <a:off x="3913362" y="1441036"/>
            <a:ext cx="2645930" cy="2645930"/>
          </a:xfrm>
          <a:prstGeom prst="circularArrow">
            <a:avLst>
              <a:gd name="adj1" fmla="val 2271"/>
              <a:gd name="adj2" fmla="val 1082089"/>
              <a:gd name="adj3" fmla="val 19550703"/>
              <a:gd name="adj4" fmla="val 12575511"/>
              <a:gd name="adj5" fmla="val 2650"/>
            </a:avLst>
          </a:prstGeom>
          <a:solidFill>
            <a:schemeClr val="accent2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433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339F49F-D61F-7187-EACB-84D2E832A097}"/>
              </a:ext>
            </a:extLst>
          </p:cNvPr>
          <p:cNvSpPr/>
          <p:nvPr/>
        </p:nvSpPr>
        <p:spPr>
          <a:xfrm>
            <a:off x="2032142" y="2558546"/>
            <a:ext cx="2266626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166847" rIns="166847" bIns="567453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TH</a:t>
            </a:r>
            <a:endParaRPr lang="LID4096" sz="65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FC09202-22A9-A6C1-397B-3D8D70A7C3AC}"/>
              </a:ext>
            </a:extLst>
          </p:cNvPr>
          <p:cNvSpPr/>
          <p:nvPr/>
        </p:nvSpPr>
        <p:spPr>
          <a:xfrm>
            <a:off x="1735923" y="152400"/>
            <a:ext cx="2562845" cy="2070321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567453" rIns="166847" bIns="166847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N</a:t>
            </a:r>
            <a:endParaRPr lang="LID4096" sz="6500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E5459B-8B2D-3D39-4771-6897C895F4F3}"/>
              </a:ext>
            </a:extLst>
          </p:cNvPr>
          <p:cNvSpPr/>
          <p:nvPr/>
        </p:nvSpPr>
        <p:spPr>
          <a:xfrm>
            <a:off x="2032141" y="4635280"/>
            <a:ext cx="2562843" cy="1998077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166847" rIns="166847" bIns="567453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TM</a:t>
            </a:r>
            <a:endParaRPr lang="LID4096" sz="6500" kern="120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2E6005-5895-1D60-714C-0F6212081E9B}"/>
              </a:ext>
            </a:extLst>
          </p:cNvPr>
          <p:cNvSpPr/>
          <p:nvPr/>
        </p:nvSpPr>
        <p:spPr>
          <a:xfrm>
            <a:off x="6756543" y="1865846"/>
            <a:ext cx="4533252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567453" rIns="166847" bIns="166847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N</a:t>
            </a:r>
            <a:endParaRPr lang="LID4096" sz="6500" kern="120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D4B158E-69A3-612B-8DAE-FC552ECF2DB6}"/>
              </a:ext>
            </a:extLst>
          </p:cNvPr>
          <p:cNvSpPr/>
          <p:nvPr/>
        </p:nvSpPr>
        <p:spPr>
          <a:xfrm>
            <a:off x="6756543" y="4071164"/>
            <a:ext cx="2266626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166847" rIns="166847" bIns="567453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TM</a:t>
            </a:r>
            <a:endParaRPr lang="LID4096" sz="6500" kern="120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FA83012-12D2-0B86-86DD-C9D82077DA31}"/>
              </a:ext>
            </a:extLst>
          </p:cNvPr>
          <p:cNvSpPr/>
          <p:nvPr/>
        </p:nvSpPr>
        <p:spPr>
          <a:xfrm>
            <a:off x="9023169" y="4071164"/>
            <a:ext cx="2266626" cy="1869493"/>
          </a:xfrm>
          <a:custGeom>
            <a:avLst/>
            <a:gdLst>
              <a:gd name="connsiteX0" fmla="*/ 0 w 2266626"/>
              <a:gd name="connsiteY0" fmla="*/ 186949 h 1869493"/>
              <a:gd name="connsiteX1" fmla="*/ 186949 w 2266626"/>
              <a:gd name="connsiteY1" fmla="*/ 0 h 1869493"/>
              <a:gd name="connsiteX2" fmla="*/ 2079677 w 2266626"/>
              <a:gd name="connsiteY2" fmla="*/ 0 h 1869493"/>
              <a:gd name="connsiteX3" fmla="*/ 2266626 w 2266626"/>
              <a:gd name="connsiteY3" fmla="*/ 186949 h 1869493"/>
              <a:gd name="connsiteX4" fmla="*/ 2266626 w 2266626"/>
              <a:gd name="connsiteY4" fmla="*/ 1682544 h 1869493"/>
              <a:gd name="connsiteX5" fmla="*/ 2079677 w 2266626"/>
              <a:gd name="connsiteY5" fmla="*/ 1869493 h 1869493"/>
              <a:gd name="connsiteX6" fmla="*/ 186949 w 2266626"/>
              <a:gd name="connsiteY6" fmla="*/ 1869493 h 1869493"/>
              <a:gd name="connsiteX7" fmla="*/ 0 w 2266626"/>
              <a:gd name="connsiteY7" fmla="*/ 1682544 h 1869493"/>
              <a:gd name="connsiteX8" fmla="*/ 0 w 2266626"/>
              <a:gd name="connsiteY8" fmla="*/ 186949 h 18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6626" h="1869493">
                <a:moveTo>
                  <a:pt x="0" y="186949"/>
                </a:moveTo>
                <a:cubicBezTo>
                  <a:pt x="0" y="83700"/>
                  <a:pt x="83700" y="0"/>
                  <a:pt x="186949" y="0"/>
                </a:cubicBezTo>
                <a:lnTo>
                  <a:pt x="2079677" y="0"/>
                </a:lnTo>
                <a:cubicBezTo>
                  <a:pt x="2182926" y="0"/>
                  <a:pt x="2266626" y="83700"/>
                  <a:pt x="2266626" y="186949"/>
                </a:cubicBezTo>
                <a:lnTo>
                  <a:pt x="2266626" y="1682544"/>
                </a:lnTo>
                <a:cubicBezTo>
                  <a:pt x="2266626" y="1785793"/>
                  <a:pt x="2182926" y="1869493"/>
                  <a:pt x="2079677" y="1869493"/>
                </a:cubicBezTo>
                <a:lnTo>
                  <a:pt x="186949" y="1869493"/>
                </a:lnTo>
                <a:cubicBezTo>
                  <a:pt x="83700" y="1869493"/>
                  <a:pt x="0" y="1785793"/>
                  <a:pt x="0" y="1682544"/>
                </a:cubicBezTo>
                <a:lnTo>
                  <a:pt x="0" y="18694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6847" tIns="166847" rIns="166847" bIns="567453" numCol="1" spcCol="1270" anchor="t" anchorCtr="0">
            <a:noAutofit/>
          </a:bodyPr>
          <a:lstStyle/>
          <a:p>
            <a:pPr marL="285750" lvl="1" indent="-285750" algn="ctr" defTabSz="2889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6500" kern="1200" dirty="0"/>
              <a:t>TH</a:t>
            </a:r>
            <a:endParaRPr lang="LID4096" sz="6500" kern="1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CD7D2B-C49E-AD75-C8B9-FC858E4664B8}"/>
              </a:ext>
            </a:extLst>
          </p:cNvPr>
          <p:cNvCxnSpPr>
            <a:cxnSpLocks/>
          </p:cNvCxnSpPr>
          <p:nvPr/>
        </p:nvCxnSpPr>
        <p:spPr>
          <a:xfrm>
            <a:off x="2032141" y="1954306"/>
            <a:ext cx="1" cy="3182470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715A0C-0A99-0EE7-A534-B385BFB65160}"/>
              </a:ext>
            </a:extLst>
          </p:cNvPr>
          <p:cNvCxnSpPr/>
          <p:nvPr/>
        </p:nvCxnSpPr>
        <p:spPr>
          <a:xfrm>
            <a:off x="4298768" y="2035772"/>
            <a:ext cx="0" cy="3101004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D9C453-CEA3-F369-BED4-758786838BD2}"/>
              </a:ext>
            </a:extLst>
          </p:cNvPr>
          <p:cNvCxnSpPr/>
          <p:nvPr/>
        </p:nvCxnSpPr>
        <p:spPr>
          <a:xfrm>
            <a:off x="6756543" y="2520662"/>
            <a:ext cx="0" cy="3101004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74C9A7-DAEF-C6E0-DE72-A8CA521674ED}"/>
              </a:ext>
            </a:extLst>
          </p:cNvPr>
          <p:cNvCxnSpPr/>
          <p:nvPr/>
        </p:nvCxnSpPr>
        <p:spPr>
          <a:xfrm>
            <a:off x="11304879" y="2520662"/>
            <a:ext cx="0" cy="3101004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828342-85CC-2506-425A-E1AFF9CA17B0}"/>
              </a:ext>
            </a:extLst>
          </p:cNvPr>
          <p:cNvSpPr txBox="1"/>
          <p:nvPr/>
        </p:nvSpPr>
        <p:spPr>
          <a:xfrm>
            <a:off x="4298768" y="353228"/>
            <a:ext cx="2577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Homogeneous / domain overlap</a:t>
            </a:r>
            <a:endParaRPr lang="LID4096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03D49-B770-C634-FB01-C763A239D708}"/>
              </a:ext>
            </a:extLst>
          </p:cNvPr>
          <p:cNvSpPr txBox="1"/>
          <p:nvPr/>
        </p:nvSpPr>
        <p:spPr>
          <a:xfrm>
            <a:off x="7709645" y="1390157"/>
            <a:ext cx="2846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Heterogeneous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891082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56EF8C9269AA4F8C561D6D2C9E91AE" ma:contentTypeVersion="6" ma:contentTypeDescription="Create a new document." ma:contentTypeScope="" ma:versionID="d68df61be069ff3ce209a9c2b770a814">
  <xsd:schema xmlns:xsd="http://www.w3.org/2001/XMLSchema" xmlns:xs="http://www.w3.org/2001/XMLSchema" xmlns:p="http://schemas.microsoft.com/office/2006/metadata/properties" xmlns:ns3="fb419e21-50e3-43b5-b583-55be71d9332e" xmlns:ns4="ead96b7d-c685-4124-89ac-9dc0b52921f6" targetNamespace="http://schemas.microsoft.com/office/2006/metadata/properties" ma:root="true" ma:fieldsID="55da8962291cab0e697e625ff8c10cff" ns3:_="" ns4:_="">
    <xsd:import namespace="fb419e21-50e3-43b5-b583-55be71d9332e"/>
    <xsd:import namespace="ead96b7d-c685-4124-89ac-9dc0b52921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19e21-50e3-43b5-b583-55be71d933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d96b7d-c685-4124-89ac-9dc0b52921f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419e21-50e3-43b5-b583-55be71d9332e" xsi:nil="true"/>
  </documentManagement>
</p:properties>
</file>

<file path=customXml/itemProps1.xml><?xml version="1.0" encoding="utf-8"?>
<ds:datastoreItem xmlns:ds="http://schemas.openxmlformats.org/officeDocument/2006/customXml" ds:itemID="{E6015F6E-3D48-46D4-8258-AD18F92DB9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419e21-50e3-43b5-b583-55be71d9332e"/>
    <ds:schemaRef ds:uri="ead96b7d-c685-4124-89ac-9dc0b52921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2A3524-3889-4D0F-863B-8C7F45B45C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EEEF51-9A97-468F-84F6-6F5E86B66C72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fb419e21-50e3-43b5-b583-55be71d9332e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ead96b7d-c685-4124-89ac-9dc0b52921f6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Fiorina, Carlo</dc:creator>
  <cp:lastModifiedBy>Fiorina, Carlo</cp:lastModifiedBy>
  <cp:revision>2</cp:revision>
  <dcterms:created xsi:type="dcterms:W3CDTF">2023-07-14T18:31:30Z</dcterms:created>
  <dcterms:modified xsi:type="dcterms:W3CDTF">2023-07-14T19:06:43Z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0x010100FC56EF8C9269AA4F8C561D6D2C9E91AE</vt:lpwstr>
  </property>
</Properties>
</file>